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URL (Uniform Resource Locator)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Identificación de recursos en la web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Dirección única en Internet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¿Qué es una URL?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Dirección que permite acceder a un recurso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Ej: https://www.ejemplo.com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¿Para qué sirve?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Localizar páginas y servicios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Permitir navegación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Protocolo + Dominio + Ruta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Define ubicación del recurso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Partes de la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Protocolo (http/https)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Dominio (servidor)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Ruta (recurso)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Protocolo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Define cómo se comunican cliente y servidor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Ej: HTTP,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Dominio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Nombre del servidor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Ej: www.google.com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Ubicación interna del recurso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Tipos de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Absoluta (completa)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Relativa (depende del contexto)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Relación con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URL indica dónde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HTTP indica cómo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Ejemplo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https://www.sitio.com/productos/item1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Protocolo + dominio + ruta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9494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La URL es la puerta de entrada a la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