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URL (Uniform Resource Locator)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 general de URL</a:t>
            </a:r>
          </a:p>
          <a:p>
            <a:r>
              <a:t>Identificación de recursos en la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URL?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la dirección única que permite acceder a un recurso en Internet.</a:t>
            </a:r>
          </a:p>
          <a:p>
            <a:r>
              <a:t>Ejemplo: https://www.ejemplo.com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¿Para qué sirve?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localizar páginas web, archivos y servicios.</a:t>
            </a:r>
          </a:p>
          <a:p>
            <a:r>
              <a:t>Facilita la navegación en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una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Protocolo + Dominio + Ruta</a:t>
            </a:r>
          </a:p>
          <a:p>
            <a:r>
              <a:t>Ejemplo: https://www.sitio.com/pagina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Partes de una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Protocolo: http/https</a:t>
            </a:r>
          </a:p>
          <a:p>
            <a:r>
              <a:t>Dominio: nombre del sitio</a:t>
            </a:r>
          </a:p>
          <a:p>
            <a:r>
              <a:t>Ruta: ubicación del recurso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 cómo se comunican cliente y servidor.</a:t>
            </a:r>
          </a:p>
          <a:p>
            <a:r>
              <a:t>Ejemplo: HTTP, HTTPS, FTP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Dominio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Nombre del servidor en Internet.</a:t>
            </a:r>
          </a:p>
          <a:p>
            <a:r>
              <a:t>Ejemplo: www.google.com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Ubicación específica del recurso dentro del servidor.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Absolutas: dirección completa</a:t>
            </a:r>
          </a:p>
          <a:p>
            <a:r>
              <a:t>Relativas: dependen del contexto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Son únicas</a:t>
            </a:r>
          </a:p>
          <a:p>
            <a:r>
              <a:t>Son legibles</a:t>
            </a:r>
          </a:p>
          <a:p>
            <a:r>
              <a:t>Permiten estructurar la web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Permiten la navegación</a:t>
            </a:r>
          </a:p>
          <a:p>
            <a:r>
              <a:t>Organizan los recursos</a:t>
            </a:r>
          </a:p>
          <a:p>
            <a:r>
              <a:t>Base de la web moderna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URL indica dónde</a:t>
            </a:r>
          </a:p>
          <a:p>
            <a:r>
              <a:t>HTTP indica cómo se comunica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https://www.ejemplo.com/productos/item1</a:t>
            </a:r>
          </a:p>
          <a:p>
            <a:r>
              <a:t>Protocolo + Dominio + Ruta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URL es la puerta de entrada a cualquier recurso en la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